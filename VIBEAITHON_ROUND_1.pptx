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7" r:id="rId5"/>
    <p:sldId id="259" r:id="rId6"/>
    <p:sldId id="260" r:id="rId7"/>
    <p:sldId id="268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074" autoAdjust="0"/>
    <p:restoredTop sz="94638"/>
  </p:normalViewPr>
  <p:slideViewPr>
    <p:cSldViewPr snapToGrid="0" snapToObjects="1">
      <p:cViewPr varScale="1">
        <p:scale>
          <a:sx n="68" d="100"/>
          <a:sy n="68" d="100"/>
        </p:scale>
        <p:origin x="1872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2985a543bc4725fb" providerId="LiveId" clId="{8AE9FA35-1519-4EEB-9C77-AB8200D76116}"/>
    <pc:docChg chg="undo custSel modSld">
      <pc:chgData name="" userId="2985a543bc4725fb" providerId="LiveId" clId="{8AE9FA35-1519-4EEB-9C77-AB8200D76116}" dt="2025-10-28T08:47:04.594" v="183" actId="20577"/>
      <pc:docMkLst>
        <pc:docMk/>
      </pc:docMkLst>
      <pc:sldChg chg="modSp">
        <pc:chgData name="" userId="2985a543bc4725fb" providerId="LiveId" clId="{8AE9FA35-1519-4EEB-9C77-AB8200D76116}" dt="2025-10-28T04:10:03.534" v="158" actId="123"/>
        <pc:sldMkLst>
          <pc:docMk/>
          <pc:sldMk cId="0" sldId="258"/>
        </pc:sldMkLst>
        <pc:spChg chg="mod">
          <ac:chgData name="" userId="2985a543bc4725fb" providerId="LiveId" clId="{8AE9FA35-1519-4EEB-9C77-AB8200D76116}" dt="2025-10-28T04:10:03.534" v="158" actId="123"/>
          <ac:spMkLst>
            <pc:docMk/>
            <pc:sldMk cId="0" sldId="258"/>
            <ac:spMk id="4" creationId="{E23DAC59-30D6-46E6-926D-5E13C3FE7FA2}"/>
          </ac:spMkLst>
        </pc:spChg>
      </pc:sldChg>
      <pc:sldChg chg="modSp">
        <pc:chgData name="" userId="2985a543bc4725fb" providerId="LiveId" clId="{8AE9FA35-1519-4EEB-9C77-AB8200D76116}" dt="2025-10-28T04:09:42.686" v="155" actId="255"/>
        <pc:sldMkLst>
          <pc:docMk/>
          <pc:sldMk cId="0" sldId="259"/>
        </pc:sldMkLst>
        <pc:spChg chg="mod">
          <ac:chgData name="" userId="2985a543bc4725fb" providerId="LiveId" clId="{8AE9FA35-1519-4EEB-9C77-AB8200D76116}" dt="2025-10-28T04:09:42.686" v="155" actId="255"/>
          <ac:spMkLst>
            <pc:docMk/>
            <pc:sldMk cId="0" sldId="259"/>
            <ac:spMk id="4" creationId="{A1794D35-F85B-44C6-8181-9C260BCEF636}"/>
          </ac:spMkLst>
        </pc:spChg>
      </pc:sldChg>
      <pc:sldChg chg="addSp delSp modSp">
        <pc:chgData name="" userId="2985a543bc4725fb" providerId="LiveId" clId="{8AE9FA35-1519-4EEB-9C77-AB8200D76116}" dt="2025-10-28T08:47:04.594" v="183" actId="20577"/>
        <pc:sldMkLst>
          <pc:docMk/>
          <pc:sldMk cId="0" sldId="264"/>
        </pc:sldMkLst>
        <pc:spChg chg="add del">
          <ac:chgData name="" userId="2985a543bc4725fb" providerId="LiveId" clId="{8AE9FA35-1519-4EEB-9C77-AB8200D76116}" dt="2025-10-28T04:04:14.100" v="1" actId="478"/>
          <ac:spMkLst>
            <pc:docMk/>
            <pc:sldMk cId="0" sldId="264"/>
            <ac:spMk id="2" creationId="{00000000-0000-0000-0000-000000000000}"/>
          </ac:spMkLst>
        </pc:spChg>
        <pc:spChg chg="add del mod">
          <ac:chgData name="" userId="2985a543bc4725fb" providerId="LiveId" clId="{8AE9FA35-1519-4EEB-9C77-AB8200D76116}" dt="2025-10-28T04:04:14.100" v="1" actId="478"/>
          <ac:spMkLst>
            <pc:docMk/>
            <pc:sldMk cId="0" sldId="264"/>
            <ac:spMk id="4" creationId="{B8B3EBCF-5F7F-448C-8082-3383BD04026B}"/>
          </ac:spMkLst>
        </pc:spChg>
        <pc:spChg chg="add del mod">
          <ac:chgData name="" userId="2985a543bc4725fb" providerId="LiveId" clId="{8AE9FA35-1519-4EEB-9C77-AB8200D76116}" dt="2025-10-28T04:04:14.100" v="1" actId="478"/>
          <ac:spMkLst>
            <pc:docMk/>
            <pc:sldMk cId="0" sldId="264"/>
            <ac:spMk id="6" creationId="{0ED9EF9C-FB51-433E-AE2E-C88FB96488D9}"/>
          </ac:spMkLst>
        </pc:spChg>
        <pc:spChg chg="add del mod">
          <ac:chgData name="" userId="2985a543bc4725fb" providerId="LiveId" clId="{8AE9FA35-1519-4EEB-9C77-AB8200D76116}" dt="2025-10-28T04:05:44.509" v="5" actId="478"/>
          <ac:spMkLst>
            <pc:docMk/>
            <pc:sldMk cId="0" sldId="264"/>
            <ac:spMk id="8" creationId="{1B95FE36-89A8-4447-AFBF-92D62D2E7975}"/>
          </ac:spMkLst>
        </pc:spChg>
        <pc:spChg chg="add del">
          <ac:chgData name="" userId="2985a543bc4725fb" providerId="LiveId" clId="{8AE9FA35-1519-4EEB-9C77-AB8200D76116}" dt="2025-10-28T04:04:14.100" v="1" actId="478"/>
          <ac:spMkLst>
            <pc:docMk/>
            <pc:sldMk cId="0" sldId="264"/>
            <ac:spMk id="17" creationId="{611A7F7A-7D31-4508-9E1B-03073CD437F0}"/>
          </ac:spMkLst>
        </pc:spChg>
        <pc:graphicFrameChg chg="add mod">
          <ac:chgData name="" userId="2985a543bc4725fb" providerId="LiveId" clId="{8AE9FA35-1519-4EEB-9C77-AB8200D76116}" dt="2025-10-28T04:07:09.017" v="25" actId="12385"/>
          <ac:graphicFrameMkLst>
            <pc:docMk/>
            <pc:sldMk cId="0" sldId="264"/>
            <ac:graphicFrameMk id="9" creationId="{AE7D85B3-F309-4EB8-9C41-D566B0198DC1}"/>
          </ac:graphicFrameMkLst>
        </pc:graphicFrameChg>
        <pc:graphicFrameChg chg="add mod modGraphic">
          <ac:chgData name="" userId="2985a543bc4725fb" providerId="LiveId" clId="{8AE9FA35-1519-4EEB-9C77-AB8200D76116}" dt="2025-10-28T04:08:38.943" v="114" actId="20577"/>
          <ac:graphicFrameMkLst>
            <pc:docMk/>
            <pc:sldMk cId="0" sldId="264"/>
            <ac:graphicFrameMk id="10" creationId="{22825438-D06B-4958-ADF4-F9BF27DB0EF6}"/>
          </ac:graphicFrameMkLst>
        </pc:graphicFrameChg>
        <pc:graphicFrameChg chg="add mod modGraphic">
          <ac:chgData name="" userId="2985a543bc4725fb" providerId="LiveId" clId="{8AE9FA35-1519-4EEB-9C77-AB8200D76116}" dt="2025-10-28T04:09:10.905" v="154" actId="20577"/>
          <ac:graphicFrameMkLst>
            <pc:docMk/>
            <pc:sldMk cId="0" sldId="264"/>
            <ac:graphicFrameMk id="11" creationId="{3B7117D1-E3A5-4E01-8EE0-830F3450EB65}"/>
          </ac:graphicFrameMkLst>
        </pc:graphicFrameChg>
        <pc:graphicFrameChg chg="add mod modGraphic">
          <ac:chgData name="" userId="2985a543bc4725fb" providerId="LiveId" clId="{8AE9FA35-1519-4EEB-9C77-AB8200D76116}" dt="2025-10-28T04:09:03.678" v="150" actId="20577"/>
          <ac:graphicFrameMkLst>
            <pc:docMk/>
            <pc:sldMk cId="0" sldId="264"/>
            <ac:graphicFrameMk id="12" creationId="{F504FEBA-A618-416A-B72B-009AFE9EDA22}"/>
          </ac:graphicFrameMkLst>
        </pc:graphicFrameChg>
        <pc:graphicFrameChg chg="add mod modGraphic">
          <ac:chgData name="" userId="2985a543bc4725fb" providerId="LiveId" clId="{8AE9FA35-1519-4EEB-9C77-AB8200D76116}" dt="2025-10-28T08:47:04.594" v="183" actId="20577"/>
          <ac:graphicFrameMkLst>
            <pc:docMk/>
            <pc:sldMk cId="0" sldId="264"/>
            <ac:graphicFrameMk id="13" creationId="{44ED9753-83FF-4AD6-9D92-79BD3A9AD1B6}"/>
          </ac:graphicFrameMkLst>
        </pc:graphicFrameChg>
        <pc:graphicFrameChg chg="add del modGraphic">
          <ac:chgData name="" userId="2985a543bc4725fb" providerId="LiveId" clId="{8AE9FA35-1519-4EEB-9C77-AB8200D76116}" dt="2025-10-28T04:04:27.527" v="3" actId="478"/>
          <ac:graphicFrameMkLst>
            <pc:docMk/>
            <pc:sldMk cId="0" sldId="264"/>
            <ac:graphicFrameMk id="14" creationId="{DA3FA997-A0EA-4913-AA1C-1C16A5332FEB}"/>
          </ac:graphicFrameMkLst>
        </pc:graphicFrameChg>
        <pc:graphicFrameChg chg="add del">
          <ac:chgData name="" userId="2985a543bc4725fb" providerId="LiveId" clId="{8AE9FA35-1519-4EEB-9C77-AB8200D76116}" dt="2025-10-28T04:04:27.527" v="3" actId="478"/>
          <ac:graphicFrameMkLst>
            <pc:docMk/>
            <pc:sldMk cId="0" sldId="264"/>
            <ac:graphicFrameMk id="15" creationId="{26F449C6-8B3C-4F2C-9996-61BF57023B95}"/>
          </ac:graphicFrameMkLst>
        </pc:graphicFrameChg>
        <pc:graphicFrameChg chg="add del modGraphic">
          <ac:chgData name="" userId="2985a543bc4725fb" providerId="LiveId" clId="{8AE9FA35-1519-4EEB-9C77-AB8200D76116}" dt="2025-10-28T04:05:50.459" v="7" actId="478"/>
          <ac:graphicFrameMkLst>
            <pc:docMk/>
            <pc:sldMk cId="0" sldId="264"/>
            <ac:graphicFrameMk id="16" creationId="{C2FB7371-0E4D-4485-8D32-A6EEEF96C7E7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2000"/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IoT-Based Human Following Robot for Smart Campus Assistance</a:t>
            </a:r>
            <a:endParaRPr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RoboTrackers</a:t>
            </a:r>
            <a:r>
              <a:rPr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| Hackathon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Problem Statement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10D2AF5-B3AF-425A-ADB0-DE30C52B04F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54148" y="1425821"/>
            <a:ext cx="7546975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large campus environment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students, staff, and visitors often need assistance in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navigating, carrying items, or following designated routes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guidance or support is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time-consuming, inefficient, and not scalable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Existing solutions rarely provide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autonomous following capability combined with real-time monitoring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smart, autonomous robot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that can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follow humans safely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 live data via IoT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monitoring and optimization.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Solution Overview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23DAC59-30D6-46E6-926D-5E13C3FE7FA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2155022"/>
            <a:ext cx="8475785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it does: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 autonomous robot that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follows a human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while continuously monitoring distance and movement. Data is sent to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ThingSpeak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real-time visualization and analysis.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Features / Technology: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Arduino Uno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Main controller for sensor processing and motor control.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Ultrasonic Sensors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Detects and maintains safe distance from the human.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6CCB3B9-FB1A-446D-A27F-02BDABD41322}"/>
              </a:ext>
            </a:extLst>
          </p:cNvPr>
          <p:cNvSpPr txBox="1"/>
          <p:nvPr/>
        </p:nvSpPr>
        <p:spPr>
          <a:xfrm>
            <a:off x="661182" y="731520"/>
            <a:ext cx="663995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ESP8266 Wi-Fi Module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Sends real-time data to the cloud (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ThingSpeak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DC Motors with L298N Driver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Enables smooth and controlled movement.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Integration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Live monitoring of robot’s status and distance data.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it’s unique / innovative: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human-following robotics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cloud monitoring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observation and data-driven improvements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Offers a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platform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future AI or smart automation features.</a:t>
            </a:r>
          </a:p>
          <a:p>
            <a:pPr algn="just"/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4580771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Desirability (User Need)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1794D35-F85B-44C6-8181-9C260BCEF63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662579"/>
            <a:ext cx="8377311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Target Users: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Warehouse staff and factory workers for automated material transport.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Healthcare workers for patient monitoring and assistance.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Home users seeking smart robotic helpers.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Researchers and hobbyists exploring IoT and robotics integration.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Pain Points Solved: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effort and fatigue in following or carrying tasks.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IoT-enabled data for remote supervision.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Improves safety by maintaining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consistent distance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avoiding obstacles.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Validation / Feedback: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Early tests show the robot accurately follows a target human without collisions.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Remote monitoring through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ThingSpeak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allows users to track performance and reliability.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Feasibility (Can You Build It?)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B6E8E07-7405-41C0-9705-E57D9958D04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785689"/>
            <a:ext cx="7645791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Tools, Platforms, &amp; Tech Stack: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Arduino Uno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Main controller for sensors and motors.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Ultrasonic Sensors (HC-SR04)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Distance detection for following humans.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ESP8266 Wi-Fi Module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IoT connectivity to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ThingSpeak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L298N Motor Driver &amp; DC Motors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Robot mobility.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ThingSpeak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Platform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Real-time data visualization and cloud monitoring.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Arduino IDE / C++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Programming and development environment.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30FC889-B1F5-4FE5-BB2C-0B34B58FB4DE}"/>
              </a:ext>
            </a:extLst>
          </p:cNvPr>
          <p:cNvSpPr txBox="1"/>
          <p:nvPr/>
        </p:nvSpPr>
        <p:spPr>
          <a:xfrm>
            <a:off x="604911" y="689317"/>
            <a:ext cx="7638757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Architecture / Plan: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the robot chassis and mount motors.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2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 sensors and ESP8266 module to Arduino Uno.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3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and test Arduino code for human-following behavior.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4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IoT functionality to send data to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ThingSpeak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5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end-to-end functionality and optimize performance.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 Availability &amp; Limitations: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 are readily available and low-cost.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include battery life, sensor range, and potential Wi-Fi connectivity issues.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scaled or enhanced in future with cameras or AI modules.</a:t>
            </a: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69352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Viability (Is It Sustainable?)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E713D3C-621A-4451-B0A7-9AAB6E8B3DD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49104" y="1279139"/>
            <a:ext cx="7645791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Revenue / Impact Model: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Could be marketed as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assistive robots for warehouses, hospitals, and smart homes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Generates revenue through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robot sales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IoT monitoring subscriptions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 automation solutions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Offers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time and labor savings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improving operational efficiency.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Target Market Size / Demand: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Growing demand 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logistics, healthcare, and home automation sectors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Industry trends indicate increasing adoption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autonomous and IoT-enabled robots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Cost Estimates / Scalability Potential: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Estimated prototype cost: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₹5,000–₹10,000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(Arduino, sensors, motors, Wi-Fi module).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 scale with additional features like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AI-based object recognition, multi-robot coordination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cloud analytics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Low-cost components and modular design make it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feasible for mass production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Prototype / Demo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ED1C8AA-133B-4164-8D1B-5D6ABDE172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1291" y="1258556"/>
            <a:ext cx="5141418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b="1" dirty="0"/>
              <a:t>Roadmap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164969F-464D-4123-BC7B-7EAE63A263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834549"/>
            <a:ext cx="7772400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We Have Built So Far: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Assembled robot chassis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DC motors and motor driver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Arduino Uno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ultrasonic sensors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human-following functionality.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Established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ESP8266 Wi-Fi module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connectivity with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ThingSpeak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real-time monitoring.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Tested basic following and live data logging.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Next 30/60/90-Day Plan: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Next 30 Days: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Optimize following algorithm, improve sensor accuracy, and fine-tune motor control.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Next 60 Days: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Add advanced IoT features, create better dashboards on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ThingSpeak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perform extended field testing.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Next 90 Days: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Integrate optional AI modules (like camera-based recognition) and test multi-environment adaptability.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b="1" dirty="0"/>
              <a:t>Team &amp; Roles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11A7F7A-7D31-4508-9E1B-03073CD437F0}"/>
              </a:ext>
            </a:extLst>
          </p:cNvPr>
          <p:cNvSpPr txBox="1"/>
          <p:nvPr/>
        </p:nvSpPr>
        <p:spPr>
          <a:xfrm>
            <a:off x="457200" y="5350522"/>
            <a:ext cx="8229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Team Credentials:</a:t>
            </a:r>
          </a:p>
          <a:p>
            <a:r>
              <a:rPr lang="en-US" dirty="0"/>
              <a:t>Hands-on experience in </a:t>
            </a:r>
            <a:r>
              <a:rPr lang="en-US" b="1" dirty="0"/>
              <a:t>Arduino-based robotics projects</a:t>
            </a:r>
            <a:r>
              <a:rPr lang="en-US" dirty="0"/>
              <a:t> and IoT systems.</a:t>
            </a:r>
          </a:p>
          <a:p>
            <a:r>
              <a:rPr lang="en-US" dirty="0"/>
              <a:t>Strong </a:t>
            </a:r>
            <a:r>
              <a:rPr lang="en-US" b="1" dirty="0"/>
              <a:t>problem-solving skills</a:t>
            </a:r>
            <a:r>
              <a:rPr lang="en-US" dirty="0"/>
              <a:t> and practical knowledge of sensors and motor control.</a:t>
            </a:r>
          </a:p>
          <a:p>
            <a:r>
              <a:rPr lang="en-US" dirty="0"/>
              <a:t>Previous internships and projects in </a:t>
            </a:r>
            <a:r>
              <a:rPr lang="en-US" b="1" dirty="0"/>
              <a:t>embedded systems, automation, and IoT platforms</a:t>
            </a:r>
            <a:r>
              <a:rPr lang="en-US" dirty="0"/>
              <a:t>.</a:t>
            </a:r>
          </a:p>
          <a:p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E7D85B3-F309-4EB8-9C41-D566B0198D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7585171"/>
              </p:ext>
            </p:extLst>
          </p:nvPr>
        </p:nvGraphicFramePr>
        <p:xfrm>
          <a:off x="569741" y="1249785"/>
          <a:ext cx="8229600" cy="36576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1014172574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512240094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7877597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Role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Skills / Background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0601474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2825438-D06B-4958-ADF4-F9BF27DB0E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935005"/>
              </p:ext>
            </p:extLst>
          </p:nvPr>
        </p:nvGraphicFramePr>
        <p:xfrm>
          <a:off x="569741" y="2514600"/>
          <a:ext cx="8229600" cy="91440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4130482314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841744995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106813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dirty="0" err="1"/>
                        <a:t>Subikshan</a:t>
                      </a:r>
                      <a:r>
                        <a:rPr lang="en-IN" dirty="0"/>
                        <a:t> 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Embedded Systems Developer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Arduino programming, Circuit Design, IoT Integration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1724135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B7117D1-E3A5-4E01-8EE0-830F3450EB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2716363"/>
              </p:ext>
            </p:extLst>
          </p:nvPr>
        </p:nvGraphicFramePr>
        <p:xfrm>
          <a:off x="569741" y="1645917"/>
          <a:ext cx="8229600" cy="91440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1428742357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728269256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0866129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Lokesh 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Project Lead &amp; Cloud Specialist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ESP8266/ESP32, </a:t>
                      </a:r>
                      <a:r>
                        <a:rPr lang="en-US" dirty="0" err="1"/>
                        <a:t>ThingSpeak</a:t>
                      </a:r>
                      <a:r>
                        <a:rPr lang="en-US" dirty="0"/>
                        <a:t>, Data Visualization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9229575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504FEBA-A618-416A-B72B-009AFE9EDA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7034719"/>
              </p:ext>
            </p:extLst>
          </p:nvPr>
        </p:nvGraphicFramePr>
        <p:xfrm>
          <a:off x="569741" y="3450102"/>
          <a:ext cx="8229600" cy="64008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180358236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752271456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8116146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G</a:t>
                      </a:r>
                      <a:r>
                        <a:rPr lang="en-IN" dirty="0" err="1"/>
                        <a:t>uatham</a:t>
                      </a:r>
                      <a:r>
                        <a:rPr lang="en-IN" dirty="0"/>
                        <a:t> 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Robotics &amp; Mechanical Design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Chassis design, Motor control, Sensor integration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6013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44ED9753-83FF-4AD6-9D92-79BD3A9AD1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4544222"/>
              </p:ext>
            </p:extLst>
          </p:nvPr>
        </p:nvGraphicFramePr>
        <p:xfrm>
          <a:off x="569741" y="4098976"/>
          <a:ext cx="8229600" cy="91440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3793182137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17423784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3613642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Sandeep B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Software &amp; AI Integrator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C/Python programming, AI/ML basics, Algorithm optimization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044326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Funding:</a:t>
            </a:r>
            <a:r>
              <a:rPr lang="en-US" dirty="0"/>
              <a:t> Support to </a:t>
            </a:r>
            <a:r>
              <a:rPr lang="en-US" b="1" dirty="0"/>
              <a:t>purchase advanced sensors, camera modules, and high-capacity batteries</a:t>
            </a:r>
            <a:r>
              <a:rPr lang="en-US" dirty="0"/>
              <a:t> for prototype enhancement.</a:t>
            </a:r>
          </a:p>
          <a:p>
            <a:r>
              <a:rPr lang="en-US" b="1" dirty="0"/>
              <a:t>Mentorship:</a:t>
            </a:r>
            <a:r>
              <a:rPr lang="en-US" dirty="0"/>
              <a:t> Guidance from experts in </a:t>
            </a:r>
            <a:r>
              <a:rPr lang="en-US" b="1" dirty="0"/>
              <a:t>robotics, IoT, and AI integration</a:t>
            </a:r>
            <a:r>
              <a:rPr lang="en-US" dirty="0"/>
              <a:t> to optimize algorithms and system performance.</a:t>
            </a:r>
          </a:p>
          <a:p>
            <a:r>
              <a:rPr lang="en-US" b="1" dirty="0"/>
              <a:t>Feedback:</a:t>
            </a:r>
            <a:r>
              <a:rPr lang="en-US" dirty="0"/>
              <a:t> Insights on </a:t>
            </a:r>
            <a:r>
              <a:rPr lang="en-US" b="1" dirty="0"/>
              <a:t>usability, design improvements, and real-world applications</a:t>
            </a:r>
            <a:r>
              <a:rPr lang="en-US" dirty="0"/>
              <a:t>.</a:t>
            </a:r>
          </a:p>
          <a:p>
            <a:r>
              <a:rPr lang="en-US" b="1" dirty="0"/>
              <a:t>Partnerships:</a:t>
            </a:r>
            <a:r>
              <a:rPr lang="en-US" dirty="0"/>
              <a:t> Opportunities to </a:t>
            </a:r>
            <a:r>
              <a:rPr lang="en-US" b="1" dirty="0"/>
              <a:t>collaborate with companies or labs</a:t>
            </a:r>
            <a:r>
              <a:rPr lang="en-US" dirty="0"/>
              <a:t> for testing and scaling the robot in practical environments.</a:t>
            </a:r>
          </a:p>
          <a:p>
            <a:r>
              <a:rPr lang="en-US" b="1" dirty="0"/>
              <a:t>Goal:</a:t>
            </a:r>
            <a:r>
              <a:rPr lang="en-US" dirty="0"/>
              <a:t> To </a:t>
            </a:r>
            <a:r>
              <a:rPr lang="en-US" b="1" dirty="0"/>
              <a:t>refine the prototype into a market-ready, efficient human-following robot</a:t>
            </a:r>
            <a:r>
              <a:rPr lang="en-US" dirty="0"/>
              <a:t> with IoT monitoring and future AI capabilities.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Contact details: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e</a:t>
            </a:r>
            <a:r>
              <a:rPr lang="en-IN" dirty="0"/>
              <a:t>mail:lokeshsuvalo2025@gmail.com</a:t>
            </a:r>
          </a:p>
          <a:p>
            <a:pPr marL="0" indent="0">
              <a:buNone/>
            </a:pPr>
            <a:r>
              <a:rPr lang="en-US" dirty="0"/>
              <a:t>L</a:t>
            </a:r>
            <a:r>
              <a:rPr lang="en-IN" dirty="0" err="1"/>
              <a:t>inked-in:https</a:t>
            </a:r>
            <a:r>
              <a:rPr lang="en-IN" dirty="0"/>
              <a:t>://www.linkedin.com/in/lokesh-s-812021355</a:t>
            </a:r>
          </a:p>
          <a:p>
            <a:pPr marL="0" indent="0">
              <a:buNone/>
            </a:pPr>
            <a:r>
              <a:rPr lang="en-US" dirty="0"/>
              <a:t>Git hub: https://github.com/subikshans733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Contact:+</a:t>
            </a:r>
            <a:r>
              <a:rPr lang="en-US"/>
              <a:t>91 8610533189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923</Words>
  <Application>Microsoft Office PowerPoint</Application>
  <PresentationFormat>On-screen Show (4:3)</PresentationFormat>
  <Paragraphs>108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Times New Roman</vt:lpstr>
      <vt:lpstr>Office Theme</vt:lpstr>
      <vt:lpstr>IoT-Based Human Following Robot for Smart Campus Assistance</vt:lpstr>
      <vt:lpstr>Problem Statement</vt:lpstr>
      <vt:lpstr>Solution Overview</vt:lpstr>
      <vt:lpstr>PowerPoint Presentation</vt:lpstr>
      <vt:lpstr>Desirability (User Need)</vt:lpstr>
      <vt:lpstr>Feasibility (Can You Build It?)</vt:lpstr>
      <vt:lpstr>PowerPoint Presentation</vt:lpstr>
      <vt:lpstr>Viability (Is It Sustainable?)</vt:lpstr>
      <vt:lpstr>Prototype / Demo</vt:lpstr>
      <vt:lpstr>Roadmap</vt:lpstr>
      <vt:lpstr>Team &amp; Roles</vt:lpstr>
      <vt:lpstr>Ask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Title: [Your Innovation Here]</dc:title>
  <dc:subject/>
  <dc:creator>Lenovo</dc:creator>
  <cp:keywords/>
  <dc:description>generated using python-pptx</dc:description>
  <cp:lastModifiedBy>Lenovo</cp:lastModifiedBy>
  <cp:revision>7</cp:revision>
  <dcterms:created xsi:type="dcterms:W3CDTF">2013-01-27T09:14:16Z</dcterms:created>
  <dcterms:modified xsi:type="dcterms:W3CDTF">2025-10-28T08:47:14Z</dcterms:modified>
  <cp:category/>
</cp:coreProperties>
</file>